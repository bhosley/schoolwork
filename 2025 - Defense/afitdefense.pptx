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2" r:id="rId4"/>
  </p:sldMasterIdLst>
  <p:notesMasterIdLst>
    <p:notesMasterId r:id="rId10"/>
  </p:notesMasterIdLst>
  <p:handoutMasterIdLst>
    <p:handoutMasterId r:id="rId11"/>
  </p:handoutMasterIdLst>
  <p:sldIdLst>
    <p:sldId id="256" r:id="rId5"/>
    <p:sldId id="354" r:id="rId6"/>
    <p:sldId id="355" r:id="rId7"/>
    <p:sldId id="356" r:id="rId8"/>
    <p:sldId id="353" r:id="rId9"/>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000"/>
    <a:srgbClr val="00004C"/>
    <a:srgbClr val="3970A6"/>
    <a:srgbClr val="346799"/>
    <a:srgbClr val="00254B"/>
    <a:srgbClr val="D6E1ED"/>
    <a:srgbClr val="6194BB"/>
    <a:srgbClr val="002644"/>
    <a:srgbClr val="1F4E7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788" autoAdjust="0"/>
    <p:restoredTop sz="92674" autoAdjust="0"/>
  </p:normalViewPr>
  <p:slideViewPr>
    <p:cSldViewPr snapToGrid="0">
      <p:cViewPr varScale="1">
        <p:scale>
          <a:sx n="115" d="100"/>
          <a:sy n="115" d="100"/>
        </p:scale>
        <p:origin x="224" y="728"/>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r>
              <a:rPr lang="en-US"/>
              <a:t>CUI</a:t>
            </a:r>
          </a:p>
        </p:txBody>
      </p:sp>
      <p:sp>
        <p:nvSpPr>
          <p:cNvPr id="3" name="Date Placeholder 2"/>
          <p:cNvSpPr>
            <a:spLocks noGrp="1"/>
          </p:cNvSpPr>
          <p:nvPr>
            <p:ph type="dt" sz="quarter" idx="1"/>
          </p:nvPr>
        </p:nvSpPr>
        <p:spPr>
          <a:xfrm>
            <a:off x="3970938" y="0"/>
            <a:ext cx="3037840" cy="466434"/>
          </a:xfrm>
          <a:prstGeom prst="rect">
            <a:avLst/>
          </a:prstGeom>
        </p:spPr>
        <p:txBody>
          <a:bodyPr vert="horz" lIns="93177" tIns="46589" rIns="93177" bIns="46589" rtlCol="0"/>
          <a:lstStyle>
            <a:lvl1pPr algn="r">
              <a:defRPr sz="1200"/>
            </a:lvl1pPr>
          </a:lstStyle>
          <a:p>
            <a:fld id="{390F5A20-83B6-4E1F-8BA2-9AACAB8C13F2}" type="datetimeFigureOut">
              <a:rPr lang="en-US" smtClean="0"/>
              <a:t>2/16/24</a:t>
            </a:fld>
            <a:endParaRPr lang="en-US"/>
          </a:p>
        </p:txBody>
      </p:sp>
      <p:sp>
        <p:nvSpPr>
          <p:cNvPr id="4" name="Footer Placeholder 3"/>
          <p:cNvSpPr>
            <a:spLocks noGrp="1"/>
          </p:cNvSpPr>
          <p:nvPr>
            <p:ph type="ftr" sz="quarter" idx="2"/>
          </p:nvPr>
        </p:nvSpPr>
        <p:spPr>
          <a:xfrm>
            <a:off x="0" y="8829967"/>
            <a:ext cx="3037840" cy="466433"/>
          </a:xfrm>
          <a:prstGeom prst="rect">
            <a:avLst/>
          </a:prstGeom>
        </p:spPr>
        <p:txBody>
          <a:bodyPr vert="horz" lIns="93177" tIns="46589" rIns="93177" bIns="46589" rtlCol="0" anchor="b"/>
          <a:lstStyle>
            <a:lvl1pPr algn="l">
              <a:defRPr sz="1200"/>
            </a:lvl1pPr>
          </a:lstStyle>
          <a:p>
            <a:r>
              <a:rPr lang="en-US"/>
              <a:t>CUI</a:t>
            </a:r>
          </a:p>
        </p:txBody>
      </p:sp>
      <p:sp>
        <p:nvSpPr>
          <p:cNvPr id="5" name="Slide Number Placeholder 4"/>
          <p:cNvSpPr>
            <a:spLocks noGrp="1"/>
          </p:cNvSpPr>
          <p:nvPr>
            <p:ph type="sldNum" sz="quarter" idx="3"/>
          </p:nvPr>
        </p:nvSpPr>
        <p:spPr>
          <a:xfrm>
            <a:off x="3970938" y="8829967"/>
            <a:ext cx="3037840" cy="466433"/>
          </a:xfrm>
          <a:prstGeom prst="rect">
            <a:avLst/>
          </a:prstGeom>
        </p:spPr>
        <p:txBody>
          <a:bodyPr vert="horz" lIns="93177" tIns="46589" rIns="93177" bIns="46589" rtlCol="0" anchor="b"/>
          <a:lstStyle>
            <a:lvl1pPr algn="r">
              <a:defRPr sz="1200"/>
            </a:lvl1pPr>
          </a:lstStyle>
          <a:p>
            <a:fld id="{42DB863A-9CC0-49A8-BECF-2262B8C4B12B}" type="slidenum">
              <a:rPr lang="en-US" smtClean="0"/>
              <a:t>‹#›</a:t>
            </a:fld>
            <a:endParaRPr lang="en-US"/>
          </a:p>
        </p:txBody>
      </p:sp>
    </p:spTree>
    <p:extLst>
      <p:ext uri="{BB962C8B-B14F-4D97-AF65-F5344CB8AC3E}">
        <p14:creationId xmlns:p14="http://schemas.microsoft.com/office/powerpoint/2010/main" val="3298765413"/>
      </p:ext>
    </p:extLst>
  </p:cSld>
  <p:clrMap bg1="lt1" tx1="dk1" bg2="lt2" tx2="dk2" accent1="accent1" accent2="accent2" accent3="accent3" accent4="accent4" accent5="accent5" accent6="accent6" hlink="hlink" folHlink="folHlink"/>
  <p:hf sldNum="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r>
              <a:rPr lang="en-US"/>
              <a:t>CUI</a:t>
            </a:r>
          </a:p>
        </p:txBody>
      </p:sp>
      <p:sp>
        <p:nvSpPr>
          <p:cNvPr id="3" name="Date Placeholder 2"/>
          <p:cNvSpPr>
            <a:spLocks noGrp="1"/>
          </p:cNvSpPr>
          <p:nvPr>
            <p:ph type="dt" idx="1"/>
          </p:nvPr>
        </p:nvSpPr>
        <p:spPr>
          <a:xfrm>
            <a:off x="3970938" y="0"/>
            <a:ext cx="3037840" cy="466434"/>
          </a:xfrm>
          <a:prstGeom prst="rect">
            <a:avLst/>
          </a:prstGeom>
        </p:spPr>
        <p:txBody>
          <a:bodyPr vert="horz" lIns="93177" tIns="46589" rIns="93177" bIns="46589" rtlCol="0"/>
          <a:lstStyle>
            <a:lvl1pPr algn="r">
              <a:defRPr sz="1200"/>
            </a:lvl1pPr>
          </a:lstStyle>
          <a:p>
            <a:fld id="{6E48FCC2-677E-44C6-BB01-580A0185446D}" type="datetimeFigureOut">
              <a:rPr lang="en-US" smtClean="0"/>
              <a:t>2/16/24</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a:lvl1pPr>
          </a:lstStyle>
          <a:p>
            <a:r>
              <a:rPr lang="en-US"/>
              <a:t>CUI</a:t>
            </a:r>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17A9D706-3C30-47FD-ACDD-48BFEAA82178}" type="slidenum">
              <a:rPr lang="en-US" smtClean="0"/>
              <a:t>‹#›</a:t>
            </a:fld>
            <a:endParaRPr lang="en-US"/>
          </a:p>
        </p:txBody>
      </p:sp>
    </p:spTree>
    <p:extLst>
      <p:ext uri="{BB962C8B-B14F-4D97-AF65-F5344CB8AC3E}">
        <p14:creationId xmlns:p14="http://schemas.microsoft.com/office/powerpoint/2010/main" val="4236303584"/>
      </p:ext>
    </p:extLst>
  </p:cSld>
  <p:clrMap bg1="lt1" tx1="dk1" bg2="lt2" tx2="dk2" accent1="accent1" accent2="accent2" accent3="accent3" accent4="accent4" accent5="accent5" accent6="accent6" hlink="hlink" folHlink="folHlink"/>
  <p:hf sldNum="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Footer Placeholder 4">
            <a:extLst>
              <a:ext uri="{FF2B5EF4-FFF2-40B4-BE49-F238E27FC236}">
                <a16:creationId xmlns:a16="http://schemas.microsoft.com/office/drawing/2014/main" id="{5F930723-0C07-ED6E-3894-5D19BAA0AD4F}"/>
              </a:ext>
            </a:extLst>
          </p:cNvPr>
          <p:cNvSpPr>
            <a:spLocks noGrp="1"/>
          </p:cNvSpPr>
          <p:nvPr>
            <p:ph type="ftr" sz="quarter" idx="4"/>
          </p:nvPr>
        </p:nvSpPr>
        <p:spPr/>
        <p:txBody>
          <a:bodyPr/>
          <a:lstStyle/>
          <a:p>
            <a:r>
              <a:rPr lang="en-US"/>
              <a:t>CUI</a:t>
            </a:r>
          </a:p>
        </p:txBody>
      </p:sp>
      <p:sp>
        <p:nvSpPr>
          <p:cNvPr id="6" name="Header Placeholder 5">
            <a:extLst>
              <a:ext uri="{FF2B5EF4-FFF2-40B4-BE49-F238E27FC236}">
                <a16:creationId xmlns:a16="http://schemas.microsoft.com/office/drawing/2014/main" id="{30224A1C-8450-941D-3249-1E391DDEDE20}"/>
              </a:ext>
            </a:extLst>
          </p:cNvPr>
          <p:cNvSpPr>
            <a:spLocks noGrp="1"/>
          </p:cNvSpPr>
          <p:nvPr>
            <p:ph type="hdr" sz="quarter"/>
          </p:nvPr>
        </p:nvSpPr>
        <p:spPr/>
        <p:txBody>
          <a:bodyPr/>
          <a:lstStyle/>
          <a:p>
            <a:r>
              <a:rPr lang="en-US"/>
              <a:t>CUI</a:t>
            </a:r>
          </a:p>
        </p:txBody>
      </p:sp>
    </p:spTree>
    <p:extLst>
      <p:ext uri="{BB962C8B-B14F-4D97-AF65-F5344CB8AC3E}">
        <p14:creationId xmlns:p14="http://schemas.microsoft.com/office/powerpoint/2010/main" val="147458079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pic>
        <p:nvPicPr>
          <p:cNvPr id="3" name="Picture 2" descr="A blue and white flag with a white and yellow flag&#10;&#10;Description automatically generated">
            <a:extLst>
              <a:ext uri="{FF2B5EF4-FFF2-40B4-BE49-F238E27FC236}">
                <a16:creationId xmlns:a16="http://schemas.microsoft.com/office/drawing/2014/main" id="{9B79212C-099E-31D0-ED23-F4EABD348DB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63046"/>
          </a:xfrm>
          <a:prstGeom prst="rect">
            <a:avLst/>
          </a:prstGeom>
        </p:spPr>
      </p:pic>
      <p:sp>
        <p:nvSpPr>
          <p:cNvPr id="2" name="Title 1">
            <a:extLst>
              <a:ext uri="{FF2B5EF4-FFF2-40B4-BE49-F238E27FC236}">
                <a16:creationId xmlns:a16="http://schemas.microsoft.com/office/drawing/2014/main" id="{F36208B3-BA99-C243-819F-DB3A403C678E}"/>
              </a:ext>
            </a:extLst>
          </p:cNvPr>
          <p:cNvSpPr>
            <a:spLocks noGrp="1"/>
          </p:cNvSpPr>
          <p:nvPr>
            <p:ph type="ctrTitle" hasCustomPrompt="1"/>
          </p:nvPr>
        </p:nvSpPr>
        <p:spPr>
          <a:xfrm>
            <a:off x="676656" y="1362456"/>
            <a:ext cx="7315200" cy="1325880"/>
          </a:xfrm>
          <a:prstGeom prst="rect">
            <a:avLst/>
          </a:prstGeom>
        </p:spPr>
        <p:txBody>
          <a:bodyPr anchor="ctr">
            <a:normAutofit/>
          </a:bodyPr>
          <a:lstStyle>
            <a:lvl1pPr algn="l">
              <a:lnSpc>
                <a:spcPct val="100000"/>
              </a:lnSpc>
              <a:defRPr sz="3600" b="1" i="0">
                <a:solidFill>
                  <a:schemeClr val="bg1"/>
                </a:solidFill>
                <a:latin typeface="Helvetica" pitchFamily="2" charset="0"/>
              </a:defRPr>
            </a:lvl1pPr>
          </a:lstStyle>
          <a:p>
            <a:r>
              <a:rPr lang="en-US" dirty="0"/>
              <a:t>Title</a:t>
            </a:r>
          </a:p>
        </p:txBody>
      </p:sp>
      <p:sp>
        <p:nvSpPr>
          <p:cNvPr id="13" name="Footer Placeholder 12">
            <a:extLst>
              <a:ext uri="{FF2B5EF4-FFF2-40B4-BE49-F238E27FC236}">
                <a16:creationId xmlns:a16="http://schemas.microsoft.com/office/drawing/2014/main" id="{82B38C84-8502-A6B5-D991-9595322AFF00}"/>
              </a:ext>
            </a:extLst>
          </p:cNvPr>
          <p:cNvSpPr>
            <a:spLocks noGrp="1"/>
          </p:cNvSpPr>
          <p:nvPr>
            <p:ph type="ftr" sz="quarter" idx="18"/>
          </p:nvPr>
        </p:nvSpPr>
        <p:spPr>
          <a:xfrm>
            <a:off x="4092167" y="6319316"/>
            <a:ext cx="4002718" cy="420623"/>
          </a:xfrm>
        </p:spPr>
        <p:txBody>
          <a:bodyPr anchor="ctr"/>
          <a:lstStyle>
            <a:lvl1pPr>
              <a:defRPr lang="en-US" sz="2400" b="1">
                <a:solidFill>
                  <a:srgbClr val="FFC000"/>
                </a:solidFill>
                <a:latin typeface="Helvetica" pitchFamily="2" charset="0"/>
              </a:defRPr>
            </a:lvl1pPr>
          </a:lstStyle>
          <a:p>
            <a:pPr>
              <a:lnSpc>
                <a:spcPct val="90000"/>
              </a:lnSpc>
              <a:spcBef>
                <a:spcPts val="1000"/>
              </a:spcBef>
              <a:buFont typeface="Arial" panose="020B0604020202020204" pitchFamily="34" charset="0"/>
              <a:buNone/>
            </a:pPr>
            <a:r>
              <a:rPr lang="en-US"/>
              <a:t>MARKING</a:t>
            </a:r>
            <a:endParaRPr lang="en-US" dirty="0"/>
          </a:p>
        </p:txBody>
      </p:sp>
      <p:sp>
        <p:nvSpPr>
          <p:cNvPr id="15" name="Date Placeholder 14">
            <a:extLst>
              <a:ext uri="{FF2B5EF4-FFF2-40B4-BE49-F238E27FC236}">
                <a16:creationId xmlns:a16="http://schemas.microsoft.com/office/drawing/2014/main" id="{58B89B09-2BB7-481A-76C4-36297889BF63}"/>
              </a:ext>
            </a:extLst>
          </p:cNvPr>
          <p:cNvSpPr>
            <a:spLocks noGrp="1"/>
          </p:cNvSpPr>
          <p:nvPr>
            <p:ph type="dt" sz="half" idx="19"/>
          </p:nvPr>
        </p:nvSpPr>
        <p:spPr>
          <a:xfrm>
            <a:off x="4092166" y="217644"/>
            <a:ext cx="4002717" cy="420624"/>
          </a:xfrm>
        </p:spPr>
        <p:txBody>
          <a:bodyPr vert="horz" lIns="91440" tIns="45720" rIns="91440" bIns="45720" rtlCol="0" anchor="ctr"/>
          <a:lstStyle>
            <a:lvl1pPr>
              <a:defRPr lang="en-US" sz="2400" b="1" smtClean="0">
                <a:solidFill>
                  <a:srgbClr val="FFC000"/>
                </a:solidFill>
                <a:latin typeface="Helvetica" pitchFamily="2" charset="0"/>
              </a:defRPr>
            </a:lvl1pPr>
          </a:lstStyle>
          <a:p>
            <a:pPr>
              <a:lnSpc>
                <a:spcPct val="90000"/>
              </a:lnSpc>
              <a:spcBef>
                <a:spcPts val="1000"/>
              </a:spcBef>
              <a:buFont typeface="Arial" panose="020B0604020202020204" pitchFamily="34" charset="0"/>
              <a:buNone/>
            </a:pPr>
            <a:r>
              <a:rPr lang="en-US"/>
              <a:t>MARKING</a:t>
            </a:r>
            <a:endParaRPr lang="en-US" dirty="0"/>
          </a:p>
        </p:txBody>
      </p:sp>
      <p:sp>
        <p:nvSpPr>
          <p:cNvPr id="4" name="Subtitle 2">
            <a:extLst>
              <a:ext uri="{FF2B5EF4-FFF2-40B4-BE49-F238E27FC236}">
                <a16:creationId xmlns:a16="http://schemas.microsoft.com/office/drawing/2014/main" id="{8897BB47-BAA2-5CD8-992B-E70B03F78618}"/>
              </a:ext>
            </a:extLst>
          </p:cNvPr>
          <p:cNvSpPr>
            <a:spLocks noGrp="1"/>
          </p:cNvSpPr>
          <p:nvPr>
            <p:ph type="subTitle" idx="1" hasCustomPrompt="1"/>
          </p:nvPr>
        </p:nvSpPr>
        <p:spPr>
          <a:xfrm>
            <a:off x="672943" y="2874037"/>
            <a:ext cx="7312213" cy="1112818"/>
          </a:xfrm>
          <a:prstGeom prst="rect">
            <a:avLst/>
          </a:prstGeom>
        </p:spPr>
        <p:txBody>
          <a:bodyPr>
            <a:normAutofit/>
          </a:bodyPr>
          <a:lstStyle>
            <a:lvl1pPr marL="0" indent="0" algn="l">
              <a:lnSpc>
                <a:spcPct val="100000"/>
              </a:lnSpc>
              <a:spcBef>
                <a:spcPts val="0"/>
              </a:spcBef>
              <a:buNone/>
              <a:defRPr sz="3200" b="1" i="0">
                <a:solidFill>
                  <a:srgbClr val="FFC000"/>
                </a:solidFill>
                <a:latin typeface="Helvetica"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or Authors</a:t>
            </a:r>
          </a:p>
        </p:txBody>
      </p:sp>
      <p:sp>
        <p:nvSpPr>
          <p:cNvPr id="5" name="Text Placeholder 9">
            <a:extLst>
              <a:ext uri="{FF2B5EF4-FFF2-40B4-BE49-F238E27FC236}">
                <a16:creationId xmlns:a16="http://schemas.microsoft.com/office/drawing/2014/main" id="{DC4D01F8-55E0-A696-6398-F72B5EC24F9A}"/>
              </a:ext>
            </a:extLst>
          </p:cNvPr>
          <p:cNvSpPr>
            <a:spLocks noGrp="1"/>
          </p:cNvSpPr>
          <p:nvPr>
            <p:ph type="body" sz="quarter" idx="13" hasCustomPrompt="1"/>
          </p:nvPr>
        </p:nvSpPr>
        <p:spPr>
          <a:xfrm>
            <a:off x="672943" y="4264480"/>
            <a:ext cx="7312213" cy="1599661"/>
          </a:xfrm>
          <a:prstGeom prst="rect">
            <a:avLst/>
          </a:prstGeom>
        </p:spPr>
        <p:txBody>
          <a:bodyPr>
            <a:normAutofit/>
          </a:bodyPr>
          <a:lstStyle>
            <a:lvl1pPr marL="0" indent="0">
              <a:buNone/>
              <a:defRPr sz="2400" b="0" i="0">
                <a:solidFill>
                  <a:schemeClr val="bg1"/>
                </a:solidFill>
                <a:latin typeface="Helvetica" pitchFamily="2" charset="0"/>
              </a:defRPr>
            </a:lvl1pPr>
            <a:lvl2pPr marL="457200" indent="0">
              <a:buNone/>
              <a:defRPr b="0" i="0">
                <a:latin typeface="TeXGyreAdventor" pitchFamily="2" charset="77"/>
              </a:defRPr>
            </a:lvl2pPr>
            <a:lvl3pPr marL="914400" indent="0">
              <a:buNone/>
              <a:defRPr b="0" i="0">
                <a:latin typeface="TeXGyreAdventor" pitchFamily="2" charset="77"/>
              </a:defRPr>
            </a:lvl3pPr>
            <a:lvl4pPr marL="1371600" indent="0">
              <a:buNone/>
              <a:defRPr b="0" i="0">
                <a:latin typeface="TeXGyreAdventor" pitchFamily="2" charset="77"/>
              </a:defRPr>
            </a:lvl4pPr>
            <a:lvl5pPr marL="1828800" indent="0">
              <a:buNone/>
              <a:defRPr b="0" i="0">
                <a:latin typeface="TeXGyreAdventor" pitchFamily="2" charset="77"/>
              </a:defRPr>
            </a:lvl5pPr>
          </a:lstStyle>
          <a:p>
            <a:pPr lvl="0"/>
            <a:r>
              <a:rPr lang="en-US" dirty="0"/>
              <a:t>Authors</a:t>
            </a:r>
          </a:p>
        </p:txBody>
      </p:sp>
      <p:sp>
        <p:nvSpPr>
          <p:cNvPr id="6" name="Text Placeholder 10">
            <a:extLst>
              <a:ext uri="{FF2B5EF4-FFF2-40B4-BE49-F238E27FC236}">
                <a16:creationId xmlns:a16="http://schemas.microsoft.com/office/drawing/2014/main" id="{E33F3858-EF95-C363-9038-9B58317AA0D9}"/>
              </a:ext>
            </a:extLst>
          </p:cNvPr>
          <p:cNvSpPr>
            <a:spLocks noGrp="1"/>
          </p:cNvSpPr>
          <p:nvPr>
            <p:ph type="body" sz="quarter" idx="14" hasCustomPrompt="1"/>
          </p:nvPr>
        </p:nvSpPr>
        <p:spPr>
          <a:xfrm>
            <a:off x="672943" y="710291"/>
            <a:ext cx="7312213" cy="614645"/>
          </a:xfrm>
          <a:prstGeom prst="rect">
            <a:avLst/>
          </a:prstGeom>
        </p:spPr>
        <p:txBody>
          <a:bodyPr>
            <a:normAutofit/>
          </a:bodyPr>
          <a:lstStyle>
            <a:lvl1pPr marL="0" indent="0">
              <a:buNone/>
              <a:defRPr sz="2400">
                <a:solidFill>
                  <a:schemeClr val="bg1"/>
                </a:solidFill>
              </a:defRPr>
            </a:lvl1pPr>
          </a:lstStyle>
          <a:p>
            <a:pPr lvl="0"/>
            <a:r>
              <a:rPr lang="en-US" dirty="0"/>
              <a:t>Version 2.2</a:t>
            </a:r>
          </a:p>
        </p:txBody>
      </p:sp>
      <p:sp>
        <p:nvSpPr>
          <p:cNvPr id="8" name="Text Placeholder 11">
            <a:extLst>
              <a:ext uri="{FF2B5EF4-FFF2-40B4-BE49-F238E27FC236}">
                <a16:creationId xmlns:a16="http://schemas.microsoft.com/office/drawing/2014/main" id="{B94188CE-E24F-94C0-BCD5-716623F4AFCF}"/>
              </a:ext>
            </a:extLst>
          </p:cNvPr>
          <p:cNvSpPr>
            <a:spLocks noGrp="1"/>
          </p:cNvSpPr>
          <p:nvPr>
            <p:ph type="body" sz="quarter" idx="15" hasCustomPrompt="1"/>
          </p:nvPr>
        </p:nvSpPr>
        <p:spPr>
          <a:xfrm>
            <a:off x="8129245" y="3558012"/>
            <a:ext cx="3730795" cy="2979013"/>
          </a:xfrm>
          <a:prstGeom prst="rect">
            <a:avLst/>
          </a:prstGeom>
        </p:spPr>
        <p:txBody>
          <a:bodyPr anchor="b"/>
          <a:lstStyle>
            <a:lvl1pPr marL="0" indent="0">
              <a:buNone/>
              <a:defRPr sz="1200">
                <a:solidFill>
                  <a:schemeClr val="bg1"/>
                </a:solidFill>
              </a:defRPr>
            </a:lvl1pPr>
          </a:lstStyle>
          <a:p>
            <a:pPr lvl="0"/>
            <a:r>
              <a:rPr lang="en-US" dirty="0"/>
              <a:t>Legal statements</a:t>
            </a:r>
          </a:p>
        </p:txBody>
      </p:sp>
    </p:spTree>
    <p:extLst>
      <p:ext uri="{BB962C8B-B14F-4D97-AF65-F5344CB8AC3E}">
        <p14:creationId xmlns:p14="http://schemas.microsoft.com/office/powerpoint/2010/main" val="7828365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hapter">
    <p:spTree>
      <p:nvGrpSpPr>
        <p:cNvPr id="1" name=""/>
        <p:cNvGrpSpPr/>
        <p:nvPr/>
      </p:nvGrpSpPr>
      <p:grpSpPr>
        <a:xfrm>
          <a:off x="0" y="0"/>
          <a:ext cx="0" cy="0"/>
          <a:chOff x="0" y="0"/>
          <a:chExt cx="0" cy="0"/>
        </a:xfrm>
      </p:grpSpPr>
      <p:pic>
        <p:nvPicPr>
          <p:cNvPr id="7" name="Picture 6" descr="A white background with black dots&#10;&#10;Description automatically generated">
            <a:extLst>
              <a:ext uri="{FF2B5EF4-FFF2-40B4-BE49-F238E27FC236}">
                <a16:creationId xmlns:a16="http://schemas.microsoft.com/office/drawing/2014/main" id="{3FC42AF5-83FE-E8C2-2E30-95D8392D65A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63046"/>
          </a:xfrm>
          <a:prstGeom prst="rect">
            <a:avLst/>
          </a:prstGeom>
        </p:spPr>
      </p:pic>
      <p:sp>
        <p:nvSpPr>
          <p:cNvPr id="2" name="Title 1">
            <a:extLst>
              <a:ext uri="{FF2B5EF4-FFF2-40B4-BE49-F238E27FC236}">
                <a16:creationId xmlns:a16="http://schemas.microsoft.com/office/drawing/2014/main" id="{F36208B3-BA99-C243-819F-DB3A403C678E}"/>
              </a:ext>
            </a:extLst>
          </p:cNvPr>
          <p:cNvSpPr>
            <a:spLocks noGrp="1"/>
          </p:cNvSpPr>
          <p:nvPr>
            <p:ph type="ctrTitle" hasCustomPrompt="1"/>
          </p:nvPr>
        </p:nvSpPr>
        <p:spPr>
          <a:xfrm>
            <a:off x="1288774" y="1610140"/>
            <a:ext cx="9614452" cy="3637720"/>
          </a:xfrm>
          <a:prstGeom prst="rect">
            <a:avLst/>
          </a:prstGeom>
        </p:spPr>
        <p:txBody>
          <a:bodyPr anchor="ctr">
            <a:normAutofit/>
          </a:bodyPr>
          <a:lstStyle>
            <a:lvl1pPr algn="ctr">
              <a:defRPr sz="5400" b="1" i="0">
                <a:solidFill>
                  <a:srgbClr val="00004C"/>
                </a:solidFill>
                <a:latin typeface="Helvetica" pitchFamily="2" charset="0"/>
              </a:defRPr>
            </a:lvl1pPr>
          </a:lstStyle>
          <a:p>
            <a:r>
              <a:rPr lang="en-US" dirty="0"/>
              <a:t>Chapter</a:t>
            </a:r>
          </a:p>
        </p:txBody>
      </p:sp>
      <p:sp>
        <p:nvSpPr>
          <p:cNvPr id="13" name="Footer Placeholder 12">
            <a:extLst>
              <a:ext uri="{FF2B5EF4-FFF2-40B4-BE49-F238E27FC236}">
                <a16:creationId xmlns:a16="http://schemas.microsoft.com/office/drawing/2014/main" id="{82B38C84-8502-A6B5-D991-9595322AFF00}"/>
              </a:ext>
            </a:extLst>
          </p:cNvPr>
          <p:cNvSpPr>
            <a:spLocks noGrp="1"/>
          </p:cNvSpPr>
          <p:nvPr>
            <p:ph type="ftr" sz="quarter" idx="18"/>
          </p:nvPr>
        </p:nvSpPr>
        <p:spPr>
          <a:xfrm>
            <a:off x="4092167" y="6319316"/>
            <a:ext cx="4002718" cy="420623"/>
          </a:xfrm>
        </p:spPr>
        <p:txBody>
          <a:bodyPr anchor="ctr"/>
          <a:lstStyle>
            <a:lvl1pPr>
              <a:defRPr lang="en-US" sz="2400" b="1">
                <a:solidFill>
                  <a:srgbClr val="00004C"/>
                </a:solidFill>
                <a:latin typeface="Helvetica" pitchFamily="2" charset="0"/>
              </a:defRPr>
            </a:lvl1pPr>
          </a:lstStyle>
          <a:p>
            <a:pPr>
              <a:lnSpc>
                <a:spcPct val="90000"/>
              </a:lnSpc>
              <a:spcBef>
                <a:spcPts val="1000"/>
              </a:spcBef>
              <a:buFont typeface="Arial" panose="020B0604020202020204" pitchFamily="34" charset="0"/>
              <a:buNone/>
            </a:pPr>
            <a:r>
              <a:rPr lang="en-US" dirty="0"/>
              <a:t>MARKING</a:t>
            </a:r>
          </a:p>
        </p:txBody>
      </p:sp>
      <p:sp>
        <p:nvSpPr>
          <p:cNvPr id="15" name="Date Placeholder 14">
            <a:extLst>
              <a:ext uri="{FF2B5EF4-FFF2-40B4-BE49-F238E27FC236}">
                <a16:creationId xmlns:a16="http://schemas.microsoft.com/office/drawing/2014/main" id="{58B89B09-2BB7-481A-76C4-36297889BF63}"/>
              </a:ext>
            </a:extLst>
          </p:cNvPr>
          <p:cNvSpPr>
            <a:spLocks noGrp="1"/>
          </p:cNvSpPr>
          <p:nvPr>
            <p:ph type="dt" sz="half" idx="19"/>
          </p:nvPr>
        </p:nvSpPr>
        <p:spPr>
          <a:xfrm>
            <a:off x="4092166" y="217644"/>
            <a:ext cx="4002717" cy="420624"/>
          </a:xfrm>
        </p:spPr>
        <p:txBody>
          <a:bodyPr vert="horz" lIns="91440" tIns="45720" rIns="91440" bIns="45720" rtlCol="0" anchor="ctr"/>
          <a:lstStyle>
            <a:lvl1pPr>
              <a:defRPr lang="en-US" sz="2400" b="1" smtClean="0">
                <a:solidFill>
                  <a:srgbClr val="00004C"/>
                </a:solidFill>
                <a:latin typeface="Helvetica" pitchFamily="2" charset="0"/>
              </a:defRPr>
            </a:lvl1pPr>
          </a:lstStyle>
          <a:p>
            <a:pPr algn="ctr">
              <a:lnSpc>
                <a:spcPct val="90000"/>
              </a:lnSpc>
              <a:spcBef>
                <a:spcPts val="1000"/>
              </a:spcBef>
              <a:buFont typeface="Arial" panose="020B0604020202020204" pitchFamily="34" charset="0"/>
              <a:buNone/>
            </a:pPr>
            <a:r>
              <a:rPr lang="en-US"/>
              <a:t>MARKING</a:t>
            </a:r>
            <a:endParaRPr lang="en-US" dirty="0"/>
          </a:p>
        </p:txBody>
      </p:sp>
    </p:spTree>
    <p:extLst>
      <p:ext uri="{BB962C8B-B14F-4D97-AF65-F5344CB8AC3E}">
        <p14:creationId xmlns:p14="http://schemas.microsoft.com/office/powerpoint/2010/main" val="32470700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pic>
        <p:nvPicPr>
          <p:cNvPr id="8" name="Picture 7" descr="A white and blue background with a yellow and blue corner&#10;&#10;Description automatically generated with medium confidence">
            <a:extLst>
              <a:ext uri="{FF2B5EF4-FFF2-40B4-BE49-F238E27FC236}">
                <a16:creationId xmlns:a16="http://schemas.microsoft.com/office/drawing/2014/main" id="{6F3D7F5C-042E-2D42-9742-E5296C61084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63046"/>
          </a:xfrm>
          <a:prstGeom prst="rect">
            <a:avLst/>
          </a:prstGeom>
        </p:spPr>
      </p:pic>
      <p:sp>
        <p:nvSpPr>
          <p:cNvPr id="2" name="Title 1">
            <a:extLst>
              <a:ext uri="{FF2B5EF4-FFF2-40B4-BE49-F238E27FC236}">
                <a16:creationId xmlns:a16="http://schemas.microsoft.com/office/drawing/2014/main" id="{5384C4CC-B88E-764D-91E6-892C6E6FA03E}"/>
              </a:ext>
            </a:extLst>
          </p:cNvPr>
          <p:cNvSpPr>
            <a:spLocks noGrp="1"/>
          </p:cNvSpPr>
          <p:nvPr>
            <p:ph type="title" hasCustomPrompt="1"/>
          </p:nvPr>
        </p:nvSpPr>
        <p:spPr>
          <a:xfrm>
            <a:off x="3041964" y="0"/>
            <a:ext cx="8220546" cy="765555"/>
          </a:xfrm>
          <a:prstGeom prst="rect">
            <a:avLst/>
          </a:prstGeom>
        </p:spPr>
        <p:txBody>
          <a:bodyPr lIns="0" tIns="0" rIns="0" bIns="0" anchor="ctr">
            <a:normAutofit/>
          </a:bodyPr>
          <a:lstStyle>
            <a:lvl1pPr>
              <a:lnSpc>
                <a:spcPct val="100000"/>
              </a:lnSpc>
              <a:defRPr sz="3200" b="1" i="0">
                <a:solidFill>
                  <a:schemeClr val="bg1"/>
                </a:solidFill>
                <a:latin typeface="Helvetica" pitchFamily="2" charset="0"/>
              </a:defRPr>
            </a:lvl1pPr>
          </a:lstStyle>
          <a:p>
            <a:r>
              <a:rPr lang="en-US" dirty="0"/>
              <a:t>Header</a:t>
            </a:r>
          </a:p>
        </p:txBody>
      </p:sp>
      <p:sp>
        <p:nvSpPr>
          <p:cNvPr id="6" name="Content Placeholder 5">
            <a:extLst>
              <a:ext uri="{FF2B5EF4-FFF2-40B4-BE49-F238E27FC236}">
                <a16:creationId xmlns:a16="http://schemas.microsoft.com/office/drawing/2014/main" id="{507E0B24-E1B7-2CD5-0425-ED3EBB9D108D}"/>
              </a:ext>
            </a:extLst>
          </p:cNvPr>
          <p:cNvSpPr>
            <a:spLocks noGrp="1"/>
          </p:cNvSpPr>
          <p:nvPr>
            <p:ph sz="quarter" idx="10"/>
          </p:nvPr>
        </p:nvSpPr>
        <p:spPr>
          <a:xfrm>
            <a:off x="666206" y="1162050"/>
            <a:ext cx="10859588" cy="5304064"/>
          </a:xfrm>
          <a:prstGeom prst="rect">
            <a:avLst/>
          </a:prstGeom>
        </p:spPr>
        <p:txBody>
          <a:bodyPr/>
          <a:lstStyle>
            <a:lvl1pPr marL="342900" indent="-342900">
              <a:buFont typeface="Arial" panose="020B0604020202020204" pitchFamily="34" charset="0"/>
              <a:buChar char="•"/>
              <a:defRPr sz="2400"/>
            </a:lvl1pPr>
            <a:lvl2pPr>
              <a:defRPr sz="2000"/>
            </a:lvl2pPr>
            <a:lvl3pPr>
              <a:defRPr sz="2000"/>
            </a:lvl3pPr>
            <a:lvl4pPr>
              <a:defRPr sz="2000"/>
            </a:lvl4pPr>
            <a:lvl5pPr>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Date Placeholder 14">
            <a:extLst>
              <a:ext uri="{FF2B5EF4-FFF2-40B4-BE49-F238E27FC236}">
                <a16:creationId xmlns:a16="http://schemas.microsoft.com/office/drawing/2014/main" id="{F7F68856-897F-113A-314A-9675310C66AC}"/>
              </a:ext>
            </a:extLst>
          </p:cNvPr>
          <p:cNvSpPr>
            <a:spLocks noGrp="1"/>
          </p:cNvSpPr>
          <p:nvPr>
            <p:ph type="dt" sz="half" idx="18"/>
          </p:nvPr>
        </p:nvSpPr>
        <p:spPr>
          <a:xfrm>
            <a:off x="7260879" y="230023"/>
            <a:ext cx="4001631" cy="365125"/>
          </a:xfrm>
        </p:spPr>
        <p:txBody>
          <a:bodyPr/>
          <a:lstStyle>
            <a:lvl1pPr algn="r">
              <a:defRPr>
                <a:solidFill>
                  <a:srgbClr val="FFC000"/>
                </a:solidFill>
              </a:defRPr>
            </a:lvl1pPr>
          </a:lstStyle>
          <a:p>
            <a:r>
              <a:rPr lang="en-US"/>
              <a:t>MARKING</a:t>
            </a:r>
            <a:endParaRPr lang="en-US" dirty="0"/>
          </a:p>
        </p:txBody>
      </p:sp>
      <p:sp>
        <p:nvSpPr>
          <p:cNvPr id="16" name="Footer Placeholder 15">
            <a:extLst>
              <a:ext uri="{FF2B5EF4-FFF2-40B4-BE49-F238E27FC236}">
                <a16:creationId xmlns:a16="http://schemas.microsoft.com/office/drawing/2014/main" id="{FD0712AE-9F73-E2D4-9941-CEC0A26CA06A}"/>
              </a:ext>
            </a:extLst>
          </p:cNvPr>
          <p:cNvSpPr>
            <a:spLocks noGrp="1"/>
          </p:cNvSpPr>
          <p:nvPr>
            <p:ph type="ftr" sz="quarter" idx="19"/>
          </p:nvPr>
        </p:nvSpPr>
        <p:spPr>
          <a:xfrm>
            <a:off x="8003263" y="6328959"/>
            <a:ext cx="3993665" cy="365125"/>
          </a:xfrm>
        </p:spPr>
        <p:txBody>
          <a:bodyPr/>
          <a:lstStyle>
            <a:lvl1pPr algn="r">
              <a:defRPr/>
            </a:lvl1pPr>
          </a:lstStyle>
          <a:p>
            <a:r>
              <a:rPr lang="en-US" dirty="0"/>
              <a:t>MARKING</a:t>
            </a:r>
          </a:p>
        </p:txBody>
      </p:sp>
      <p:sp>
        <p:nvSpPr>
          <p:cNvPr id="17" name="Slide Number Placeholder 16">
            <a:extLst>
              <a:ext uri="{FF2B5EF4-FFF2-40B4-BE49-F238E27FC236}">
                <a16:creationId xmlns:a16="http://schemas.microsoft.com/office/drawing/2014/main" id="{99E2CB67-E82E-54F9-3E57-E8CADA02FC7A}"/>
              </a:ext>
            </a:extLst>
          </p:cNvPr>
          <p:cNvSpPr>
            <a:spLocks noGrp="1"/>
          </p:cNvSpPr>
          <p:nvPr>
            <p:ph type="sldNum" sz="quarter" idx="20"/>
          </p:nvPr>
        </p:nvSpPr>
        <p:spPr>
          <a:xfrm>
            <a:off x="11262511" y="230024"/>
            <a:ext cx="734417" cy="365125"/>
          </a:xfrm>
        </p:spPr>
        <p:txBody>
          <a:bodyPr/>
          <a:lstStyle>
            <a:lvl1pPr algn="r">
              <a:defRPr>
                <a:solidFill>
                  <a:srgbClr val="FFC000"/>
                </a:solidFill>
              </a:defRPr>
            </a:lvl1pPr>
          </a:lstStyle>
          <a:p>
            <a:fld id="{F21B322A-C0EC-BB42-A5B8-FB285E479A19}" type="slidenum">
              <a:rPr lang="en-US" smtClean="0"/>
              <a:pPr/>
              <a:t>‹#›</a:t>
            </a:fld>
            <a:endParaRPr lang="en-US" dirty="0"/>
          </a:p>
        </p:txBody>
      </p:sp>
    </p:spTree>
    <p:extLst>
      <p:ext uri="{BB962C8B-B14F-4D97-AF65-F5344CB8AC3E}">
        <p14:creationId xmlns:p14="http://schemas.microsoft.com/office/powerpoint/2010/main" val="40992828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pic>
        <p:nvPicPr>
          <p:cNvPr id="8" name="Picture 7" descr="A white and blue background with a yellow and blue corner&#10;&#10;Description automatically generated with medium confidence">
            <a:extLst>
              <a:ext uri="{FF2B5EF4-FFF2-40B4-BE49-F238E27FC236}">
                <a16:creationId xmlns:a16="http://schemas.microsoft.com/office/drawing/2014/main" id="{6F3D7F5C-042E-2D42-9742-E5296C61084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63046"/>
          </a:xfrm>
          <a:prstGeom prst="rect">
            <a:avLst/>
          </a:prstGeom>
        </p:spPr>
      </p:pic>
      <p:sp>
        <p:nvSpPr>
          <p:cNvPr id="2" name="Title 1">
            <a:extLst>
              <a:ext uri="{FF2B5EF4-FFF2-40B4-BE49-F238E27FC236}">
                <a16:creationId xmlns:a16="http://schemas.microsoft.com/office/drawing/2014/main" id="{5384C4CC-B88E-764D-91E6-892C6E6FA03E}"/>
              </a:ext>
            </a:extLst>
          </p:cNvPr>
          <p:cNvSpPr>
            <a:spLocks noGrp="1"/>
          </p:cNvSpPr>
          <p:nvPr>
            <p:ph type="title" hasCustomPrompt="1"/>
          </p:nvPr>
        </p:nvSpPr>
        <p:spPr>
          <a:xfrm>
            <a:off x="3041964" y="0"/>
            <a:ext cx="8220543" cy="765555"/>
          </a:xfrm>
          <a:prstGeom prst="rect">
            <a:avLst/>
          </a:prstGeom>
        </p:spPr>
        <p:txBody>
          <a:bodyPr lIns="0" tIns="0" rIns="0" bIns="0" anchor="ctr">
            <a:normAutofit/>
          </a:bodyPr>
          <a:lstStyle>
            <a:lvl1pPr>
              <a:lnSpc>
                <a:spcPct val="100000"/>
              </a:lnSpc>
              <a:defRPr sz="3200" b="1" i="0">
                <a:solidFill>
                  <a:schemeClr val="bg1"/>
                </a:solidFill>
                <a:latin typeface="Helvetica" pitchFamily="2" charset="0"/>
              </a:defRPr>
            </a:lvl1pPr>
          </a:lstStyle>
          <a:p>
            <a:r>
              <a:rPr lang="en-US" dirty="0"/>
              <a:t>Header</a:t>
            </a:r>
          </a:p>
        </p:txBody>
      </p:sp>
      <p:sp>
        <p:nvSpPr>
          <p:cNvPr id="15" name="Date Placeholder 14">
            <a:extLst>
              <a:ext uri="{FF2B5EF4-FFF2-40B4-BE49-F238E27FC236}">
                <a16:creationId xmlns:a16="http://schemas.microsoft.com/office/drawing/2014/main" id="{F7F68856-897F-113A-314A-9675310C66AC}"/>
              </a:ext>
            </a:extLst>
          </p:cNvPr>
          <p:cNvSpPr>
            <a:spLocks noGrp="1"/>
          </p:cNvSpPr>
          <p:nvPr>
            <p:ph type="dt" sz="half" idx="18"/>
          </p:nvPr>
        </p:nvSpPr>
        <p:spPr>
          <a:xfrm>
            <a:off x="7269933" y="230023"/>
            <a:ext cx="3992577" cy="365125"/>
          </a:xfrm>
        </p:spPr>
        <p:txBody>
          <a:bodyPr/>
          <a:lstStyle>
            <a:lvl1pPr algn="r">
              <a:defRPr>
                <a:solidFill>
                  <a:srgbClr val="FFC000"/>
                </a:solidFill>
              </a:defRPr>
            </a:lvl1pPr>
          </a:lstStyle>
          <a:p>
            <a:r>
              <a:rPr lang="en-US"/>
              <a:t>MARKING</a:t>
            </a:r>
            <a:endParaRPr lang="en-US" dirty="0"/>
          </a:p>
        </p:txBody>
      </p:sp>
      <p:sp>
        <p:nvSpPr>
          <p:cNvPr id="16" name="Footer Placeholder 15">
            <a:extLst>
              <a:ext uri="{FF2B5EF4-FFF2-40B4-BE49-F238E27FC236}">
                <a16:creationId xmlns:a16="http://schemas.microsoft.com/office/drawing/2014/main" id="{FD0712AE-9F73-E2D4-9941-CEC0A26CA06A}"/>
              </a:ext>
            </a:extLst>
          </p:cNvPr>
          <p:cNvSpPr>
            <a:spLocks noGrp="1"/>
          </p:cNvSpPr>
          <p:nvPr>
            <p:ph type="ftr" sz="quarter" idx="19"/>
          </p:nvPr>
        </p:nvSpPr>
        <p:spPr>
          <a:xfrm>
            <a:off x="7994213" y="6328959"/>
            <a:ext cx="4002716" cy="365125"/>
          </a:xfrm>
        </p:spPr>
        <p:txBody>
          <a:bodyPr/>
          <a:lstStyle>
            <a:lvl1pPr algn="r">
              <a:defRPr/>
            </a:lvl1pPr>
          </a:lstStyle>
          <a:p>
            <a:r>
              <a:rPr lang="en-US" dirty="0"/>
              <a:t>MARKING</a:t>
            </a:r>
          </a:p>
        </p:txBody>
      </p:sp>
      <p:sp>
        <p:nvSpPr>
          <p:cNvPr id="17" name="Slide Number Placeholder 16">
            <a:extLst>
              <a:ext uri="{FF2B5EF4-FFF2-40B4-BE49-F238E27FC236}">
                <a16:creationId xmlns:a16="http://schemas.microsoft.com/office/drawing/2014/main" id="{99E2CB67-E82E-54F9-3E57-E8CADA02FC7A}"/>
              </a:ext>
            </a:extLst>
          </p:cNvPr>
          <p:cNvSpPr>
            <a:spLocks noGrp="1"/>
          </p:cNvSpPr>
          <p:nvPr>
            <p:ph type="sldNum" sz="quarter" idx="20"/>
          </p:nvPr>
        </p:nvSpPr>
        <p:spPr>
          <a:xfrm>
            <a:off x="11262511" y="230024"/>
            <a:ext cx="734417" cy="365125"/>
          </a:xfrm>
        </p:spPr>
        <p:txBody>
          <a:bodyPr/>
          <a:lstStyle>
            <a:lvl1pPr algn="r">
              <a:defRPr>
                <a:solidFill>
                  <a:srgbClr val="FFC000"/>
                </a:solidFill>
              </a:defRPr>
            </a:lvl1pPr>
          </a:lstStyle>
          <a:p>
            <a:fld id="{F21B322A-C0EC-BB42-A5B8-FB285E479A19}" type="slidenum">
              <a:rPr lang="en-US" smtClean="0"/>
              <a:pPr/>
              <a:t>‹#›</a:t>
            </a:fld>
            <a:endParaRPr lang="en-US" dirty="0"/>
          </a:p>
        </p:txBody>
      </p:sp>
      <p:sp>
        <p:nvSpPr>
          <p:cNvPr id="3" name="Content Placeholder 5">
            <a:extLst>
              <a:ext uri="{FF2B5EF4-FFF2-40B4-BE49-F238E27FC236}">
                <a16:creationId xmlns:a16="http://schemas.microsoft.com/office/drawing/2014/main" id="{AB97499C-34A9-7494-16CE-6767AB0B9652}"/>
              </a:ext>
            </a:extLst>
          </p:cNvPr>
          <p:cNvSpPr>
            <a:spLocks noGrp="1"/>
          </p:cNvSpPr>
          <p:nvPr>
            <p:ph sz="quarter" idx="10"/>
          </p:nvPr>
        </p:nvSpPr>
        <p:spPr>
          <a:xfrm>
            <a:off x="666206" y="1162050"/>
            <a:ext cx="5094514" cy="5304064"/>
          </a:xfrm>
          <a:prstGeom prst="rect">
            <a:avLst/>
          </a:prstGeom>
        </p:spPr>
        <p:txBody>
          <a:bodyPr/>
          <a:lstStyle>
            <a:lvl1pPr marL="342900" indent="-342900">
              <a:buFont typeface="Arial" panose="020B0604020202020204" pitchFamily="34" charset="0"/>
              <a:buChar char="•"/>
              <a:defRPr sz="2400"/>
            </a:lvl1pPr>
            <a:lvl2pPr>
              <a:defRPr sz="2000"/>
            </a:lvl2pPr>
            <a:lvl3pPr>
              <a:defRPr sz="2000"/>
            </a:lvl3pPr>
            <a:lvl4pPr>
              <a:defRPr sz="2000"/>
            </a:lvl4pPr>
            <a:lvl5pPr>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a:extLst>
              <a:ext uri="{FF2B5EF4-FFF2-40B4-BE49-F238E27FC236}">
                <a16:creationId xmlns:a16="http://schemas.microsoft.com/office/drawing/2014/main" id="{6059BE9E-F9D6-2158-081B-EA392A19B7AF}"/>
              </a:ext>
            </a:extLst>
          </p:cNvPr>
          <p:cNvCxnSpPr>
            <a:cxnSpLocks/>
          </p:cNvCxnSpPr>
          <p:nvPr userDrawn="1"/>
        </p:nvCxnSpPr>
        <p:spPr>
          <a:xfrm flipH="1">
            <a:off x="6096000" y="1162050"/>
            <a:ext cx="0" cy="5304064"/>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5" name="Content Placeholder 12">
            <a:extLst>
              <a:ext uri="{FF2B5EF4-FFF2-40B4-BE49-F238E27FC236}">
                <a16:creationId xmlns:a16="http://schemas.microsoft.com/office/drawing/2014/main" id="{75B9C699-A171-8F58-3DF8-60ABEE8210A5}"/>
              </a:ext>
            </a:extLst>
          </p:cNvPr>
          <p:cNvSpPr>
            <a:spLocks noGrp="1"/>
          </p:cNvSpPr>
          <p:nvPr>
            <p:ph sz="quarter" idx="11"/>
          </p:nvPr>
        </p:nvSpPr>
        <p:spPr>
          <a:xfrm>
            <a:off x="6426925" y="1162050"/>
            <a:ext cx="5098865" cy="5303838"/>
          </a:xfrm>
          <a:prstGeom prst="rect">
            <a:avLst/>
          </a:prstGeom>
        </p:spPr>
        <p:txBody>
          <a:bodyPr/>
          <a:lstStyle>
            <a:lvl1pPr>
              <a:defRPr sz="2400"/>
            </a:lvl1pPr>
            <a:lvl2pPr>
              <a:defRPr sz="2000"/>
            </a:lvl2pPr>
            <a:lvl3pPr>
              <a:defRPr sz="2000"/>
            </a:lvl3pPr>
            <a:lvl4pPr>
              <a:defRPr sz="2000"/>
            </a:lvl4pPr>
            <a:lvl5pPr>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4272226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Logo End and ANT Contact">
    <p:spTree>
      <p:nvGrpSpPr>
        <p:cNvPr id="1" name=""/>
        <p:cNvGrpSpPr/>
        <p:nvPr/>
      </p:nvGrpSpPr>
      <p:grpSpPr>
        <a:xfrm>
          <a:off x="0" y="0"/>
          <a:ext cx="0" cy="0"/>
          <a:chOff x="0" y="0"/>
          <a:chExt cx="0" cy="0"/>
        </a:xfrm>
      </p:grpSpPr>
      <p:pic>
        <p:nvPicPr>
          <p:cNvPr id="3" name="Picture 2" descr="A blue and yellow logo&#10;&#10;Description automatically generated">
            <a:extLst>
              <a:ext uri="{FF2B5EF4-FFF2-40B4-BE49-F238E27FC236}">
                <a16:creationId xmlns:a16="http://schemas.microsoft.com/office/drawing/2014/main" id="{9E02C91C-B747-78BA-1074-30066C40BCF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63046"/>
          </a:xfrm>
          <a:prstGeom prst="rect">
            <a:avLst/>
          </a:prstGeom>
        </p:spPr>
      </p:pic>
      <p:sp>
        <p:nvSpPr>
          <p:cNvPr id="11" name="Text Placeholder 10">
            <a:extLst>
              <a:ext uri="{FF2B5EF4-FFF2-40B4-BE49-F238E27FC236}">
                <a16:creationId xmlns:a16="http://schemas.microsoft.com/office/drawing/2014/main" id="{FECB09C4-5143-E8B8-2255-01AC784C8265}"/>
              </a:ext>
            </a:extLst>
          </p:cNvPr>
          <p:cNvSpPr>
            <a:spLocks noGrp="1"/>
          </p:cNvSpPr>
          <p:nvPr>
            <p:ph type="body" sz="quarter" idx="10" hasCustomPrompt="1"/>
          </p:nvPr>
        </p:nvSpPr>
        <p:spPr>
          <a:xfrm>
            <a:off x="6096001" y="378618"/>
            <a:ext cx="4940174" cy="6100763"/>
          </a:xfrm>
          <a:prstGeom prst="rect">
            <a:avLst/>
          </a:prstGeom>
        </p:spPr>
        <p:txBody>
          <a:bodyPr anchor="ctr"/>
          <a:lstStyle>
            <a:lvl1pPr marL="0" indent="0">
              <a:lnSpc>
                <a:spcPct val="100000"/>
              </a:lnSpc>
              <a:spcBef>
                <a:spcPts val="0"/>
              </a:spcBef>
              <a:buNone/>
              <a:defRPr sz="1800">
                <a:solidFill>
                  <a:srgbClr val="00004C"/>
                </a:solidFill>
              </a:defRPr>
            </a:lvl1pPr>
          </a:lstStyle>
          <a:p>
            <a:pPr lvl="0"/>
            <a:r>
              <a:rPr lang="en-US" dirty="0"/>
              <a:t>Closing comments</a:t>
            </a:r>
          </a:p>
        </p:txBody>
      </p:sp>
      <p:sp>
        <p:nvSpPr>
          <p:cNvPr id="4" name="Footer Placeholder 12">
            <a:extLst>
              <a:ext uri="{FF2B5EF4-FFF2-40B4-BE49-F238E27FC236}">
                <a16:creationId xmlns:a16="http://schemas.microsoft.com/office/drawing/2014/main" id="{5458FBD0-6A75-A576-F068-78B285B23D92}"/>
              </a:ext>
            </a:extLst>
          </p:cNvPr>
          <p:cNvSpPr>
            <a:spLocks noGrp="1"/>
          </p:cNvSpPr>
          <p:nvPr>
            <p:ph type="ftr" sz="quarter" idx="18"/>
          </p:nvPr>
        </p:nvSpPr>
        <p:spPr>
          <a:xfrm>
            <a:off x="4092167" y="6319316"/>
            <a:ext cx="4002718" cy="420623"/>
          </a:xfrm>
        </p:spPr>
        <p:txBody>
          <a:bodyPr anchor="ctr"/>
          <a:lstStyle>
            <a:lvl1pPr>
              <a:defRPr lang="en-US" sz="2400" b="1">
                <a:solidFill>
                  <a:srgbClr val="00004C"/>
                </a:solidFill>
                <a:latin typeface="Helvetica" pitchFamily="2" charset="0"/>
              </a:defRPr>
            </a:lvl1pPr>
          </a:lstStyle>
          <a:p>
            <a:pPr>
              <a:lnSpc>
                <a:spcPct val="90000"/>
              </a:lnSpc>
              <a:spcBef>
                <a:spcPts val="1000"/>
              </a:spcBef>
              <a:buFont typeface="Arial" panose="020B0604020202020204" pitchFamily="34" charset="0"/>
              <a:buNone/>
            </a:pPr>
            <a:r>
              <a:rPr lang="en-US" dirty="0"/>
              <a:t>MARKING</a:t>
            </a:r>
          </a:p>
        </p:txBody>
      </p:sp>
      <p:sp>
        <p:nvSpPr>
          <p:cNvPr id="5" name="Date Placeholder 14">
            <a:extLst>
              <a:ext uri="{FF2B5EF4-FFF2-40B4-BE49-F238E27FC236}">
                <a16:creationId xmlns:a16="http://schemas.microsoft.com/office/drawing/2014/main" id="{50D6E179-1D58-2539-F3E0-366C49823845}"/>
              </a:ext>
            </a:extLst>
          </p:cNvPr>
          <p:cNvSpPr>
            <a:spLocks noGrp="1"/>
          </p:cNvSpPr>
          <p:nvPr>
            <p:ph type="dt" sz="half" idx="19"/>
          </p:nvPr>
        </p:nvSpPr>
        <p:spPr>
          <a:xfrm>
            <a:off x="4092166" y="217644"/>
            <a:ext cx="4002717" cy="420624"/>
          </a:xfrm>
        </p:spPr>
        <p:txBody>
          <a:bodyPr vert="horz" lIns="91440" tIns="45720" rIns="91440" bIns="45720" rtlCol="0" anchor="ctr"/>
          <a:lstStyle>
            <a:lvl1pPr>
              <a:defRPr lang="en-US" sz="2400" b="1" smtClean="0">
                <a:solidFill>
                  <a:srgbClr val="00004C"/>
                </a:solidFill>
                <a:latin typeface="Helvetica" pitchFamily="2" charset="0"/>
              </a:defRPr>
            </a:lvl1pPr>
          </a:lstStyle>
          <a:p>
            <a:pPr algn="ctr">
              <a:lnSpc>
                <a:spcPct val="90000"/>
              </a:lnSpc>
              <a:spcBef>
                <a:spcPts val="1000"/>
              </a:spcBef>
              <a:buFont typeface="Arial" panose="020B0604020202020204" pitchFamily="34" charset="0"/>
              <a:buNone/>
            </a:pPr>
            <a:r>
              <a:rPr lang="en-US"/>
              <a:t>MARKING</a:t>
            </a:r>
            <a:endParaRPr lang="en-US" dirty="0"/>
          </a:p>
        </p:txBody>
      </p:sp>
    </p:spTree>
    <p:extLst>
      <p:ext uri="{BB962C8B-B14F-4D97-AF65-F5344CB8AC3E}">
        <p14:creationId xmlns:p14="http://schemas.microsoft.com/office/powerpoint/2010/main" val="390641755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D07545A6-E9EB-367C-DA02-B66C9E67F94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2400" b="1">
                <a:solidFill>
                  <a:srgbClr val="00004C"/>
                </a:solidFill>
                <a:latin typeface="Helvetica" pitchFamily="2" charset="0"/>
              </a:defRPr>
            </a:lvl1pPr>
          </a:lstStyle>
          <a:p>
            <a:r>
              <a:rPr lang="en-US" dirty="0"/>
              <a:t>MARKING</a:t>
            </a:r>
          </a:p>
        </p:txBody>
      </p:sp>
      <p:sp>
        <p:nvSpPr>
          <p:cNvPr id="7" name="Title Placeholder 6">
            <a:extLst>
              <a:ext uri="{FF2B5EF4-FFF2-40B4-BE49-F238E27FC236}">
                <a16:creationId xmlns:a16="http://schemas.microsoft.com/office/drawing/2014/main" id="{08AD2C40-2D88-7170-2238-00C3CDF1FFB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8" name="Date Placeholder 7">
            <a:extLst>
              <a:ext uri="{FF2B5EF4-FFF2-40B4-BE49-F238E27FC236}">
                <a16:creationId xmlns:a16="http://schemas.microsoft.com/office/drawing/2014/main" id="{C4BCE462-3D9F-63E1-3B19-916E49EE020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ctr">
              <a:defRPr sz="2400" b="1">
                <a:solidFill>
                  <a:srgbClr val="00004C"/>
                </a:solidFill>
                <a:latin typeface="Helvetica" pitchFamily="2" charset="0"/>
              </a:defRPr>
            </a:lvl1pPr>
          </a:lstStyle>
          <a:p>
            <a:r>
              <a:rPr lang="en-US"/>
              <a:t>MARKING</a:t>
            </a:r>
            <a:endParaRPr lang="en-US" dirty="0"/>
          </a:p>
        </p:txBody>
      </p:sp>
      <p:sp>
        <p:nvSpPr>
          <p:cNvPr id="9" name="Slide Number Placeholder 8">
            <a:extLst>
              <a:ext uri="{FF2B5EF4-FFF2-40B4-BE49-F238E27FC236}">
                <a16:creationId xmlns:a16="http://schemas.microsoft.com/office/drawing/2014/main" id="{27AACD7E-08FB-1EF0-C5AF-A39332ACF0E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ctr">
              <a:defRPr sz="2400" b="1">
                <a:solidFill>
                  <a:srgbClr val="00004C"/>
                </a:solidFill>
                <a:latin typeface="Helvetica" pitchFamily="2" charset="0"/>
              </a:defRPr>
            </a:lvl1pPr>
          </a:lstStyle>
          <a:p>
            <a:fld id="{F21B322A-C0EC-BB42-A5B8-FB285E479A19}" type="slidenum">
              <a:rPr lang="en-US" smtClean="0"/>
              <a:pPr/>
              <a:t>‹#›</a:t>
            </a:fld>
            <a:endParaRPr lang="en-US"/>
          </a:p>
        </p:txBody>
      </p:sp>
      <p:sp>
        <p:nvSpPr>
          <p:cNvPr id="10" name="Text Placeholder 9">
            <a:extLst>
              <a:ext uri="{FF2B5EF4-FFF2-40B4-BE49-F238E27FC236}">
                <a16:creationId xmlns:a16="http://schemas.microsoft.com/office/drawing/2014/main" id="{809FDAA9-286D-1850-F385-2E15594EB2F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69603524"/>
      </p:ext>
    </p:extLst>
  </p:cSld>
  <p:clrMap bg1="lt1" tx1="dk1" bg2="lt2" tx2="dk2" accent1="accent1" accent2="accent2" accent3="accent3" accent4="accent4" accent5="accent5" accent6="accent6" hlink="hlink" folHlink="folHlink"/>
  <p:sldLayoutIdLst>
    <p:sldLayoutId id="2147483728" r:id="rId1"/>
    <p:sldLayoutId id="2147483724" r:id="rId2"/>
    <p:sldLayoutId id="2147483689" r:id="rId3"/>
    <p:sldLayoutId id="2147483727" r:id="rId4"/>
    <p:sldLayoutId id="2147483716" r:id="rId5"/>
  </p:sldLayoutIdLst>
  <p:hf hdr="0"/>
  <p:txStyles>
    <p:titleStyle>
      <a:lvl1pPr algn="l" defTabSz="914400" rtl="0" eaLnBrk="1" latinLnBrk="0" hangingPunct="1">
        <a:lnSpc>
          <a:spcPct val="90000"/>
        </a:lnSpc>
        <a:spcBef>
          <a:spcPct val="0"/>
        </a:spcBef>
        <a:buNone/>
        <a:defRPr sz="4400" kern="1200">
          <a:solidFill>
            <a:schemeClr val="tx1"/>
          </a:solidFill>
          <a:latin typeface="Helvetica"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Helvetica"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Helvetica"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Helvetica"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Helvetica"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Helvetica"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le 22">
            <a:extLst>
              <a:ext uri="{FF2B5EF4-FFF2-40B4-BE49-F238E27FC236}">
                <a16:creationId xmlns:a16="http://schemas.microsoft.com/office/drawing/2014/main" id="{72AE19AC-6026-D5A5-D5FD-6CDCA18ECCC5}"/>
              </a:ext>
            </a:extLst>
          </p:cNvPr>
          <p:cNvSpPr>
            <a:spLocks noGrp="1"/>
          </p:cNvSpPr>
          <p:nvPr>
            <p:ph type="ctrTitle"/>
          </p:nvPr>
        </p:nvSpPr>
        <p:spPr/>
        <p:txBody>
          <a:bodyPr/>
          <a:lstStyle/>
          <a:p>
            <a:endParaRPr lang="en-US"/>
          </a:p>
        </p:txBody>
      </p:sp>
      <p:sp>
        <p:nvSpPr>
          <p:cNvPr id="46" name="Footer Placeholder 45">
            <a:extLst>
              <a:ext uri="{FF2B5EF4-FFF2-40B4-BE49-F238E27FC236}">
                <a16:creationId xmlns:a16="http://schemas.microsoft.com/office/drawing/2014/main" id="{9196B904-479D-A86B-64F8-F3C24DFC9067}"/>
              </a:ext>
            </a:extLst>
          </p:cNvPr>
          <p:cNvSpPr>
            <a:spLocks noGrp="1"/>
          </p:cNvSpPr>
          <p:nvPr>
            <p:ph type="ftr" sz="quarter" idx="18"/>
          </p:nvPr>
        </p:nvSpPr>
        <p:spPr>
          <a:xfrm>
            <a:off x="4092167" y="6319316"/>
            <a:ext cx="4002718" cy="420623"/>
          </a:xfrm>
        </p:spPr>
        <p:txBody>
          <a:bodyPr>
            <a:normAutofit fontScale="92500" lnSpcReduction="10000"/>
          </a:bodyPr>
          <a:lstStyle/>
          <a:p>
            <a:r>
              <a:rPr lang="en-US"/>
              <a:t>MARKING</a:t>
            </a:r>
            <a:endParaRPr lang="en-US" dirty="0"/>
          </a:p>
        </p:txBody>
      </p:sp>
      <p:sp>
        <p:nvSpPr>
          <p:cNvPr id="117" name="Date Placeholder 116">
            <a:extLst>
              <a:ext uri="{FF2B5EF4-FFF2-40B4-BE49-F238E27FC236}">
                <a16:creationId xmlns:a16="http://schemas.microsoft.com/office/drawing/2014/main" id="{497F7AD1-3C97-3E69-AD65-DC83700D0B4D}"/>
              </a:ext>
            </a:extLst>
          </p:cNvPr>
          <p:cNvSpPr>
            <a:spLocks noGrp="1"/>
          </p:cNvSpPr>
          <p:nvPr>
            <p:ph type="dt" sz="half" idx="19"/>
          </p:nvPr>
        </p:nvSpPr>
        <p:spPr>
          <a:xfrm>
            <a:off x="4092166" y="217644"/>
            <a:ext cx="4002717" cy="420624"/>
          </a:xfrm>
        </p:spPr>
        <p:txBody>
          <a:bodyPr/>
          <a:lstStyle/>
          <a:p>
            <a:r>
              <a:rPr lang="en-US"/>
              <a:t>MARKING</a:t>
            </a:r>
            <a:endParaRPr lang="en-US" dirty="0"/>
          </a:p>
        </p:txBody>
      </p:sp>
      <p:sp>
        <p:nvSpPr>
          <p:cNvPr id="24" name="Subtitle 23">
            <a:extLst>
              <a:ext uri="{FF2B5EF4-FFF2-40B4-BE49-F238E27FC236}">
                <a16:creationId xmlns:a16="http://schemas.microsoft.com/office/drawing/2014/main" id="{FC1A91FA-C9F4-1E83-6AAB-F16E3BCCD240}"/>
              </a:ext>
            </a:extLst>
          </p:cNvPr>
          <p:cNvSpPr>
            <a:spLocks noGrp="1"/>
          </p:cNvSpPr>
          <p:nvPr>
            <p:ph type="subTitle" idx="1"/>
          </p:nvPr>
        </p:nvSpPr>
        <p:spPr/>
        <p:txBody>
          <a:bodyPr/>
          <a:lstStyle/>
          <a:p>
            <a:endParaRPr lang="en-US"/>
          </a:p>
        </p:txBody>
      </p:sp>
      <p:sp>
        <p:nvSpPr>
          <p:cNvPr id="25" name="Text Placeholder 24">
            <a:extLst>
              <a:ext uri="{FF2B5EF4-FFF2-40B4-BE49-F238E27FC236}">
                <a16:creationId xmlns:a16="http://schemas.microsoft.com/office/drawing/2014/main" id="{67118197-4041-2A6C-A8A8-2392F7D73C89}"/>
              </a:ext>
            </a:extLst>
          </p:cNvPr>
          <p:cNvSpPr>
            <a:spLocks noGrp="1"/>
          </p:cNvSpPr>
          <p:nvPr>
            <p:ph type="body" sz="quarter" idx="13"/>
          </p:nvPr>
        </p:nvSpPr>
        <p:spPr/>
        <p:txBody>
          <a:bodyPr/>
          <a:lstStyle/>
          <a:p>
            <a:endParaRPr lang="en-US"/>
          </a:p>
        </p:txBody>
      </p:sp>
      <p:sp>
        <p:nvSpPr>
          <p:cNvPr id="26" name="Text Placeholder 25">
            <a:extLst>
              <a:ext uri="{FF2B5EF4-FFF2-40B4-BE49-F238E27FC236}">
                <a16:creationId xmlns:a16="http://schemas.microsoft.com/office/drawing/2014/main" id="{E96964AB-ED1D-2811-94E5-7FDDCF4206E4}"/>
              </a:ext>
            </a:extLst>
          </p:cNvPr>
          <p:cNvSpPr>
            <a:spLocks noGrp="1"/>
          </p:cNvSpPr>
          <p:nvPr>
            <p:ph type="body" sz="quarter" idx="14"/>
          </p:nvPr>
        </p:nvSpPr>
        <p:spPr/>
        <p:txBody>
          <a:bodyPr/>
          <a:lstStyle/>
          <a:p>
            <a:endParaRPr lang="en-US"/>
          </a:p>
        </p:txBody>
      </p:sp>
      <p:sp>
        <p:nvSpPr>
          <p:cNvPr id="27" name="Text Placeholder 26">
            <a:extLst>
              <a:ext uri="{FF2B5EF4-FFF2-40B4-BE49-F238E27FC236}">
                <a16:creationId xmlns:a16="http://schemas.microsoft.com/office/drawing/2014/main" id="{51624B00-CC30-804E-7C0B-32FFCE977C81}"/>
              </a:ext>
            </a:extLst>
          </p:cNvPr>
          <p:cNvSpPr>
            <a:spLocks noGrp="1"/>
          </p:cNvSpPr>
          <p:nvPr>
            <p:ph type="body" sz="quarter" idx="15"/>
          </p:nvPr>
        </p:nvSpPr>
        <p:spPr/>
        <p:txBody>
          <a:bodyPr/>
          <a:lstStyle/>
          <a:p>
            <a:endParaRPr lang="en-US"/>
          </a:p>
        </p:txBody>
      </p:sp>
    </p:spTree>
    <p:extLst>
      <p:ext uri="{BB962C8B-B14F-4D97-AF65-F5344CB8AC3E}">
        <p14:creationId xmlns:p14="http://schemas.microsoft.com/office/powerpoint/2010/main" val="37089018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CD3A964-7D08-0DDD-05B4-7FF4F5BE6419}"/>
              </a:ext>
            </a:extLst>
          </p:cNvPr>
          <p:cNvSpPr>
            <a:spLocks noGrp="1"/>
          </p:cNvSpPr>
          <p:nvPr>
            <p:ph type="ctrTitle"/>
          </p:nvPr>
        </p:nvSpPr>
        <p:spPr/>
        <p:txBody>
          <a:bodyPr/>
          <a:lstStyle/>
          <a:p>
            <a:endParaRPr lang="en-US"/>
          </a:p>
        </p:txBody>
      </p:sp>
      <p:sp>
        <p:nvSpPr>
          <p:cNvPr id="14" name="Footer Placeholder 13">
            <a:extLst>
              <a:ext uri="{FF2B5EF4-FFF2-40B4-BE49-F238E27FC236}">
                <a16:creationId xmlns:a16="http://schemas.microsoft.com/office/drawing/2014/main" id="{1AA98E2F-BD7D-A476-A2D3-F0D88AF8C166}"/>
              </a:ext>
            </a:extLst>
          </p:cNvPr>
          <p:cNvSpPr>
            <a:spLocks noGrp="1"/>
          </p:cNvSpPr>
          <p:nvPr>
            <p:ph type="ftr" sz="quarter" idx="18"/>
          </p:nvPr>
        </p:nvSpPr>
        <p:spPr>
          <a:xfrm>
            <a:off x="4092167" y="6319316"/>
            <a:ext cx="4002718" cy="420623"/>
          </a:xfrm>
        </p:spPr>
        <p:txBody>
          <a:bodyPr/>
          <a:lstStyle/>
          <a:p>
            <a:r>
              <a:rPr lang="en-US"/>
              <a:t>MARKING</a:t>
            </a:r>
            <a:endParaRPr lang="en-US" dirty="0"/>
          </a:p>
        </p:txBody>
      </p:sp>
      <p:sp>
        <p:nvSpPr>
          <p:cNvPr id="13" name="Date Placeholder 12">
            <a:extLst>
              <a:ext uri="{FF2B5EF4-FFF2-40B4-BE49-F238E27FC236}">
                <a16:creationId xmlns:a16="http://schemas.microsoft.com/office/drawing/2014/main" id="{689483F3-4ED7-C6C3-143F-75E34BEC01BA}"/>
              </a:ext>
            </a:extLst>
          </p:cNvPr>
          <p:cNvSpPr>
            <a:spLocks noGrp="1"/>
          </p:cNvSpPr>
          <p:nvPr>
            <p:ph type="dt" sz="half" idx="19"/>
          </p:nvPr>
        </p:nvSpPr>
        <p:spPr>
          <a:xfrm>
            <a:off x="4092166" y="217644"/>
            <a:ext cx="4002717" cy="420624"/>
          </a:xfrm>
        </p:spPr>
        <p:txBody>
          <a:bodyPr/>
          <a:lstStyle/>
          <a:p>
            <a:r>
              <a:rPr lang="en-US"/>
              <a:t>MARKING</a:t>
            </a:r>
            <a:endParaRPr lang="en-US" dirty="0"/>
          </a:p>
        </p:txBody>
      </p:sp>
    </p:spTree>
    <p:extLst>
      <p:ext uri="{BB962C8B-B14F-4D97-AF65-F5344CB8AC3E}">
        <p14:creationId xmlns:p14="http://schemas.microsoft.com/office/powerpoint/2010/main" val="25110609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8079FA9-0085-12C7-DF83-BDFAC0E51297}"/>
              </a:ext>
            </a:extLst>
          </p:cNvPr>
          <p:cNvSpPr>
            <a:spLocks noGrp="1"/>
          </p:cNvSpPr>
          <p:nvPr>
            <p:ph type="title"/>
          </p:nvPr>
        </p:nvSpPr>
        <p:spPr/>
        <p:txBody>
          <a:bodyPr/>
          <a:lstStyle/>
          <a:p>
            <a:endParaRPr lang="en-US"/>
          </a:p>
        </p:txBody>
      </p:sp>
      <p:sp>
        <p:nvSpPr>
          <p:cNvPr id="23" name="Content Placeholder 22">
            <a:extLst>
              <a:ext uri="{FF2B5EF4-FFF2-40B4-BE49-F238E27FC236}">
                <a16:creationId xmlns:a16="http://schemas.microsoft.com/office/drawing/2014/main" id="{14DAD9E7-98F6-D29A-83FF-ACCCFD55AC7B}"/>
              </a:ext>
            </a:extLst>
          </p:cNvPr>
          <p:cNvSpPr>
            <a:spLocks noGrp="1"/>
          </p:cNvSpPr>
          <p:nvPr>
            <p:ph sz="quarter" idx="10"/>
          </p:nvPr>
        </p:nvSpPr>
        <p:spPr>
          <a:xfrm>
            <a:off x="666206" y="1162050"/>
            <a:ext cx="10859588" cy="5304064"/>
          </a:xfrm>
        </p:spPr>
        <p:txBody>
          <a:bodyPr/>
          <a:lstStyle/>
          <a:p>
            <a:r>
              <a:rPr lang="en-US" dirty="0"/>
              <a:t>The banner marking (e.g. CUI) can be modified or turned off by changing the “Date and time” and “Footer” under “Header &amp; Footer” on the insert tab.</a:t>
            </a:r>
          </a:p>
        </p:txBody>
      </p:sp>
      <p:sp>
        <p:nvSpPr>
          <p:cNvPr id="8" name="Date Placeholder 7">
            <a:extLst>
              <a:ext uri="{FF2B5EF4-FFF2-40B4-BE49-F238E27FC236}">
                <a16:creationId xmlns:a16="http://schemas.microsoft.com/office/drawing/2014/main" id="{BDDA9FFA-D7AF-EEC1-A72E-AEC776BE1234}"/>
              </a:ext>
            </a:extLst>
          </p:cNvPr>
          <p:cNvSpPr>
            <a:spLocks noGrp="1"/>
          </p:cNvSpPr>
          <p:nvPr>
            <p:ph type="dt" sz="half" idx="18"/>
          </p:nvPr>
        </p:nvSpPr>
        <p:spPr>
          <a:xfrm>
            <a:off x="7260879" y="230023"/>
            <a:ext cx="4001631" cy="365125"/>
          </a:xfrm>
        </p:spPr>
        <p:txBody>
          <a:bodyPr/>
          <a:lstStyle/>
          <a:p>
            <a:r>
              <a:rPr lang="en-US"/>
              <a:t>MARKING</a:t>
            </a:r>
            <a:endParaRPr lang="en-US" dirty="0"/>
          </a:p>
        </p:txBody>
      </p:sp>
      <p:sp>
        <p:nvSpPr>
          <p:cNvPr id="9" name="Footer Placeholder 8">
            <a:extLst>
              <a:ext uri="{FF2B5EF4-FFF2-40B4-BE49-F238E27FC236}">
                <a16:creationId xmlns:a16="http://schemas.microsoft.com/office/drawing/2014/main" id="{0416A92C-E512-BADE-535B-0B837D6A0753}"/>
              </a:ext>
            </a:extLst>
          </p:cNvPr>
          <p:cNvSpPr>
            <a:spLocks noGrp="1"/>
          </p:cNvSpPr>
          <p:nvPr>
            <p:ph type="ftr" sz="quarter" idx="19"/>
          </p:nvPr>
        </p:nvSpPr>
        <p:spPr>
          <a:xfrm>
            <a:off x="8003263" y="6328959"/>
            <a:ext cx="3993665" cy="365125"/>
          </a:xfrm>
        </p:spPr>
        <p:txBody>
          <a:bodyPr/>
          <a:lstStyle/>
          <a:p>
            <a:r>
              <a:rPr lang="en-US"/>
              <a:t>MARKING</a:t>
            </a:r>
            <a:endParaRPr lang="en-US" dirty="0"/>
          </a:p>
        </p:txBody>
      </p:sp>
      <p:sp>
        <p:nvSpPr>
          <p:cNvPr id="24" name="Slide Number Placeholder 23">
            <a:extLst>
              <a:ext uri="{FF2B5EF4-FFF2-40B4-BE49-F238E27FC236}">
                <a16:creationId xmlns:a16="http://schemas.microsoft.com/office/drawing/2014/main" id="{820D3C23-B865-661C-5C68-7205F9559E7D}"/>
              </a:ext>
            </a:extLst>
          </p:cNvPr>
          <p:cNvSpPr>
            <a:spLocks noGrp="1"/>
          </p:cNvSpPr>
          <p:nvPr>
            <p:ph type="sldNum" sz="quarter" idx="20"/>
          </p:nvPr>
        </p:nvSpPr>
        <p:spPr>
          <a:xfrm>
            <a:off x="11262511" y="230024"/>
            <a:ext cx="734417" cy="365125"/>
          </a:xfrm>
        </p:spPr>
        <p:txBody>
          <a:bodyPr/>
          <a:lstStyle/>
          <a:p>
            <a:fld id="{F21B322A-C0EC-BB42-A5B8-FB285E479A19}" type="slidenum">
              <a:rPr lang="en-US" smtClean="0"/>
              <a:pPr/>
              <a:t>3</a:t>
            </a:fld>
            <a:endParaRPr lang="en-US" dirty="0"/>
          </a:p>
        </p:txBody>
      </p:sp>
    </p:spTree>
    <p:extLst>
      <p:ext uri="{BB962C8B-B14F-4D97-AF65-F5344CB8AC3E}">
        <p14:creationId xmlns:p14="http://schemas.microsoft.com/office/powerpoint/2010/main" val="23183624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CC825E4-761A-C84C-C43E-535FB913E0D1}"/>
              </a:ext>
            </a:extLst>
          </p:cNvPr>
          <p:cNvSpPr>
            <a:spLocks noGrp="1"/>
          </p:cNvSpPr>
          <p:nvPr>
            <p:ph type="title"/>
          </p:nvPr>
        </p:nvSpPr>
        <p:spPr/>
        <p:txBody>
          <a:bodyPr/>
          <a:lstStyle/>
          <a:p>
            <a:endParaRPr lang="en-US"/>
          </a:p>
        </p:txBody>
      </p:sp>
      <p:sp>
        <p:nvSpPr>
          <p:cNvPr id="16" name="Date Placeholder 15">
            <a:extLst>
              <a:ext uri="{FF2B5EF4-FFF2-40B4-BE49-F238E27FC236}">
                <a16:creationId xmlns:a16="http://schemas.microsoft.com/office/drawing/2014/main" id="{25F7D30C-28CE-6153-859B-65AF1EB2A2E3}"/>
              </a:ext>
            </a:extLst>
          </p:cNvPr>
          <p:cNvSpPr>
            <a:spLocks noGrp="1"/>
          </p:cNvSpPr>
          <p:nvPr>
            <p:ph type="dt" sz="half" idx="18"/>
          </p:nvPr>
        </p:nvSpPr>
        <p:spPr>
          <a:xfrm>
            <a:off x="7269933" y="230023"/>
            <a:ext cx="3992577" cy="365125"/>
          </a:xfrm>
        </p:spPr>
        <p:txBody>
          <a:bodyPr/>
          <a:lstStyle/>
          <a:p>
            <a:r>
              <a:rPr lang="en-US"/>
              <a:t>MARKING</a:t>
            </a:r>
            <a:endParaRPr lang="en-US" dirty="0"/>
          </a:p>
        </p:txBody>
      </p:sp>
      <p:sp>
        <p:nvSpPr>
          <p:cNvPr id="17" name="Footer Placeholder 16">
            <a:extLst>
              <a:ext uri="{FF2B5EF4-FFF2-40B4-BE49-F238E27FC236}">
                <a16:creationId xmlns:a16="http://schemas.microsoft.com/office/drawing/2014/main" id="{36C99D76-DC37-5246-2BDE-AFC7DDD734B3}"/>
              </a:ext>
            </a:extLst>
          </p:cNvPr>
          <p:cNvSpPr>
            <a:spLocks noGrp="1"/>
          </p:cNvSpPr>
          <p:nvPr>
            <p:ph type="ftr" sz="quarter" idx="19"/>
          </p:nvPr>
        </p:nvSpPr>
        <p:spPr>
          <a:xfrm>
            <a:off x="7994213" y="6328959"/>
            <a:ext cx="4002716" cy="365125"/>
          </a:xfrm>
        </p:spPr>
        <p:txBody>
          <a:bodyPr/>
          <a:lstStyle/>
          <a:p>
            <a:r>
              <a:rPr lang="en-US"/>
              <a:t>MARKING</a:t>
            </a:r>
            <a:endParaRPr lang="en-US" dirty="0"/>
          </a:p>
        </p:txBody>
      </p:sp>
      <p:sp>
        <p:nvSpPr>
          <p:cNvPr id="25" name="Slide Number Placeholder 24">
            <a:extLst>
              <a:ext uri="{FF2B5EF4-FFF2-40B4-BE49-F238E27FC236}">
                <a16:creationId xmlns:a16="http://schemas.microsoft.com/office/drawing/2014/main" id="{E9C49D54-E952-34A4-169D-23A532E61761}"/>
              </a:ext>
            </a:extLst>
          </p:cNvPr>
          <p:cNvSpPr>
            <a:spLocks noGrp="1"/>
          </p:cNvSpPr>
          <p:nvPr>
            <p:ph type="sldNum" sz="quarter" idx="20"/>
          </p:nvPr>
        </p:nvSpPr>
        <p:spPr>
          <a:xfrm>
            <a:off x="11262511" y="230024"/>
            <a:ext cx="734417" cy="365125"/>
          </a:xfrm>
        </p:spPr>
        <p:txBody>
          <a:bodyPr/>
          <a:lstStyle/>
          <a:p>
            <a:fld id="{F21B322A-C0EC-BB42-A5B8-FB285E479A19}" type="slidenum">
              <a:rPr lang="en-US" smtClean="0"/>
              <a:pPr/>
              <a:t>4</a:t>
            </a:fld>
            <a:endParaRPr lang="en-US" dirty="0"/>
          </a:p>
        </p:txBody>
      </p:sp>
      <p:sp>
        <p:nvSpPr>
          <p:cNvPr id="6" name="Content Placeholder 5">
            <a:extLst>
              <a:ext uri="{FF2B5EF4-FFF2-40B4-BE49-F238E27FC236}">
                <a16:creationId xmlns:a16="http://schemas.microsoft.com/office/drawing/2014/main" id="{E4D3AE2C-B8D4-6059-0FC4-729277166EA7}"/>
              </a:ext>
            </a:extLst>
          </p:cNvPr>
          <p:cNvSpPr>
            <a:spLocks noGrp="1"/>
          </p:cNvSpPr>
          <p:nvPr>
            <p:ph sz="quarter" idx="10"/>
          </p:nvPr>
        </p:nvSpPr>
        <p:spPr/>
        <p:txBody>
          <a:bodyPr/>
          <a:lstStyle/>
          <a:p>
            <a:endParaRPr lang="en-US"/>
          </a:p>
        </p:txBody>
      </p:sp>
      <p:sp>
        <p:nvSpPr>
          <p:cNvPr id="7" name="Content Placeholder 6">
            <a:extLst>
              <a:ext uri="{FF2B5EF4-FFF2-40B4-BE49-F238E27FC236}">
                <a16:creationId xmlns:a16="http://schemas.microsoft.com/office/drawing/2014/main" id="{3BC8D2C5-1982-C0E3-7763-F93869C9C53B}"/>
              </a:ext>
            </a:extLst>
          </p:cNvPr>
          <p:cNvSpPr>
            <a:spLocks noGrp="1"/>
          </p:cNvSpPr>
          <p:nvPr>
            <p:ph sz="quarter" idx="11"/>
          </p:nvPr>
        </p:nvSpPr>
        <p:spPr/>
        <p:txBody>
          <a:bodyPr/>
          <a:lstStyle/>
          <a:p>
            <a:endParaRPr lang="en-US"/>
          </a:p>
        </p:txBody>
      </p:sp>
    </p:spTree>
    <p:extLst>
      <p:ext uri="{BB962C8B-B14F-4D97-AF65-F5344CB8AC3E}">
        <p14:creationId xmlns:p14="http://schemas.microsoft.com/office/powerpoint/2010/main" val="41883357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2644"/>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0B04D28-BE9E-E224-0EFE-79C5F864EA08}"/>
              </a:ext>
            </a:extLst>
          </p:cNvPr>
          <p:cNvSpPr>
            <a:spLocks noGrp="1"/>
          </p:cNvSpPr>
          <p:nvPr>
            <p:ph type="body" sz="quarter" idx="10"/>
          </p:nvPr>
        </p:nvSpPr>
        <p:spPr>
          <a:xfrm>
            <a:off x="6096001" y="378618"/>
            <a:ext cx="4940174" cy="6100763"/>
          </a:xfrm>
        </p:spPr>
        <p:txBody>
          <a:bodyPr/>
          <a:lstStyle/>
          <a:p>
            <a:r>
              <a:rPr lang="en-US" dirty="0"/>
              <a:t>Air Force Institute of Technology</a:t>
            </a:r>
          </a:p>
          <a:p>
            <a:r>
              <a:rPr lang="en-US" dirty="0"/>
              <a:t>2950 Hobson Way</a:t>
            </a:r>
          </a:p>
          <a:p>
            <a:r>
              <a:rPr lang="en-US" dirty="0"/>
              <a:t>Wright Patterson AFB, Ohio 45433</a:t>
            </a:r>
          </a:p>
          <a:p>
            <a:endParaRPr lang="en-US" dirty="0"/>
          </a:p>
          <a:p>
            <a:r>
              <a:rPr lang="en-US" dirty="0"/>
              <a:t>The views expressed in this article are those of the author and do not necessarily reflect the official policy or position of the United States government, Department of Defense, United States Air Force, or Air University.</a:t>
            </a:r>
          </a:p>
          <a:p>
            <a:endParaRPr lang="en-US" dirty="0"/>
          </a:p>
          <a:p>
            <a:r>
              <a:rPr lang="en-US" dirty="0"/>
              <a:t>The AFIT of today is the Air and Space Force of Tomorrow.</a:t>
            </a:r>
          </a:p>
        </p:txBody>
      </p:sp>
      <p:sp>
        <p:nvSpPr>
          <p:cNvPr id="7" name="Footer Placeholder 6">
            <a:extLst>
              <a:ext uri="{FF2B5EF4-FFF2-40B4-BE49-F238E27FC236}">
                <a16:creationId xmlns:a16="http://schemas.microsoft.com/office/drawing/2014/main" id="{217791C2-FA1C-1CF2-0E5F-69C09D0AFC5A}"/>
              </a:ext>
            </a:extLst>
          </p:cNvPr>
          <p:cNvSpPr>
            <a:spLocks noGrp="1"/>
          </p:cNvSpPr>
          <p:nvPr>
            <p:ph type="ftr" sz="quarter" idx="18"/>
          </p:nvPr>
        </p:nvSpPr>
        <p:spPr>
          <a:xfrm>
            <a:off x="4092167" y="6319316"/>
            <a:ext cx="4002718" cy="420623"/>
          </a:xfrm>
        </p:spPr>
        <p:txBody>
          <a:bodyPr/>
          <a:lstStyle/>
          <a:p>
            <a:r>
              <a:rPr lang="en-US"/>
              <a:t>MARKING</a:t>
            </a:r>
            <a:endParaRPr lang="en-US" dirty="0"/>
          </a:p>
        </p:txBody>
      </p:sp>
      <p:sp>
        <p:nvSpPr>
          <p:cNvPr id="6" name="Date Placeholder 5">
            <a:extLst>
              <a:ext uri="{FF2B5EF4-FFF2-40B4-BE49-F238E27FC236}">
                <a16:creationId xmlns:a16="http://schemas.microsoft.com/office/drawing/2014/main" id="{38403E30-992A-892D-071A-ABE010C9C288}"/>
              </a:ext>
            </a:extLst>
          </p:cNvPr>
          <p:cNvSpPr>
            <a:spLocks noGrp="1"/>
          </p:cNvSpPr>
          <p:nvPr>
            <p:ph type="dt" sz="half" idx="19"/>
          </p:nvPr>
        </p:nvSpPr>
        <p:spPr>
          <a:xfrm>
            <a:off x="4092166" y="217644"/>
            <a:ext cx="4002717" cy="420624"/>
          </a:xfrm>
        </p:spPr>
        <p:txBody>
          <a:bodyPr/>
          <a:lstStyle/>
          <a:p>
            <a:r>
              <a:rPr lang="en-US"/>
              <a:t>MARKING</a:t>
            </a:r>
            <a:endParaRPr lang="en-US" dirty="0"/>
          </a:p>
        </p:txBody>
      </p:sp>
    </p:spTree>
    <p:extLst>
      <p:ext uri="{BB962C8B-B14F-4D97-AF65-F5344CB8AC3E}">
        <p14:creationId xmlns:p14="http://schemas.microsoft.com/office/powerpoint/2010/main" val="518633815"/>
      </p:ext>
    </p:extLst>
  </p:cSld>
  <p:clrMapOvr>
    <a:masterClrMapping/>
  </p:clrMapOvr>
</p:sld>
</file>

<file path=ppt/theme/theme1.xml><?xml version="1.0" encoding="utf-8"?>
<a:theme xmlns:a="http://schemas.openxmlformats.org/drawingml/2006/main" name="ANT Formal">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ntslides" id="{14C5BD73-181B-7A4A-BC52-9228494A5BA5}" vid="{EB6987AB-0452-394E-8681-DF1193B14E7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Notes xmlns="feee8034-9033-4907-8dcb-5196de7e654f" xsi:nil="true"/>
    <_ip_UnifiedCompliancePolicyUIAction xmlns="http://schemas.microsoft.com/sharepoint/v3" xsi:nil="true"/>
    <_ip_UnifiedCompliancePolicyProperties xmlns="http://schemas.microsoft.com/sharepoint/v3" xsi:nil="true"/>
    <lcf76f155ced4ddcb4097134ff3c332f xmlns="feee8034-9033-4907-8dcb-5196de7e654f">
      <Terms xmlns="http://schemas.microsoft.com/office/infopath/2007/PartnerControls"/>
    </lcf76f155ced4ddcb4097134ff3c332f>
    <TaxCatchAll xmlns="023d53c5-ba6d-47b0-817f-5227d1d77897"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20E39590497D774B96B64C9F159359BB" ma:contentTypeVersion="19" ma:contentTypeDescription="Create a new document." ma:contentTypeScope="" ma:versionID="f2bf5891be82e8a473ae203039566004">
  <xsd:schema xmlns:xsd="http://www.w3.org/2001/XMLSchema" xmlns:xs="http://www.w3.org/2001/XMLSchema" xmlns:p="http://schemas.microsoft.com/office/2006/metadata/properties" xmlns:ns1="http://schemas.microsoft.com/sharepoint/v3" xmlns:ns2="feee8034-9033-4907-8dcb-5196de7e654f" xmlns:ns3="023d53c5-ba6d-47b0-817f-5227d1d77897" targetNamespace="http://schemas.microsoft.com/office/2006/metadata/properties" ma:root="true" ma:fieldsID="f87fef422fd11ad854d45484552ee2f2" ns1:_="" ns2:_="" ns3:_="">
    <xsd:import namespace="http://schemas.microsoft.com/sharepoint/v3"/>
    <xsd:import namespace="feee8034-9033-4907-8dcb-5196de7e654f"/>
    <xsd:import namespace="023d53c5-ba6d-47b0-817f-5227d1d77897"/>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AutoKeyPoints" minOccurs="0"/>
                <xsd:element ref="ns2:MediaServiceKeyPoints" minOccurs="0"/>
                <xsd:element ref="ns2:MediaServiceAutoTags" minOccurs="0"/>
                <xsd:element ref="ns2:MediaServiceGenerationTime" minOccurs="0"/>
                <xsd:element ref="ns2:MediaServiceEventHashCode" minOccurs="0"/>
                <xsd:element ref="ns2:MediaServiceOCR" minOccurs="0"/>
                <xsd:element ref="ns2:Notes" minOccurs="0"/>
                <xsd:element ref="ns3:SharedWithUsers" minOccurs="0"/>
                <xsd:element ref="ns3:SharedWithDetails" minOccurs="0"/>
                <xsd:element ref="ns1:_ip_UnifiedCompliancePolicyProperties" minOccurs="0"/>
                <xsd:element ref="ns1:_ip_UnifiedCompliancePolicyUIAction" minOccurs="0"/>
                <xsd:element ref="ns2:MediaServiceLocation"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1" nillable="true" ma:displayName="Unified Compliance Policy Properties" ma:hidden="true" ma:internalName="_ip_UnifiedCompliancePolicyProperties">
      <xsd:simpleType>
        <xsd:restriction base="dms:Note"/>
      </xsd:simpleType>
    </xsd:element>
    <xsd:element name="_ip_UnifiedCompliancePolicyUIAction" ma:index="22"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eee8034-9033-4907-8dcb-5196de7e654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Length (seconds)" ma:internalName="MediaLengthInSeconds" ma:readOnly="true">
      <xsd:simpleType>
        <xsd:restriction base="dms:Unknown"/>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Notes" ma:index="18" nillable="true" ma:displayName="Notes" ma:description="Add a note to highlight something. " ma:format="Dropdown" ma:internalName="Notes">
      <xsd:simpleType>
        <xsd:restriction base="dms:Text">
          <xsd:maxLength value="255"/>
        </xsd:restriction>
      </xsd:simpleType>
    </xsd:element>
    <xsd:element name="MediaServiceLocation" ma:index="23" nillable="true" ma:displayName="Location" ma:internalName="MediaServiceLocation" ma:readOnly="true">
      <xsd:simpleType>
        <xsd:restriction base="dms:Text"/>
      </xsd:simpleType>
    </xsd:element>
    <xsd:element name="lcf76f155ced4ddcb4097134ff3c332f" ma:index="25" nillable="true" ma:taxonomy="true" ma:internalName="lcf76f155ced4ddcb4097134ff3c332f" ma:taxonomyFieldName="MediaServiceImageTags" ma:displayName="Image Tags" ma:readOnly="false" ma:fieldId="{5cf76f15-5ced-4ddc-b409-7134ff3c332f}" ma:taxonomyMulti="true" ma:sspId="cffaf5dc-3735-4fce-97e2-f6f35f147f7f"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023d53c5-ba6d-47b0-817f-5227d1d77897" elementFormDefault="qualified">
    <xsd:import namespace="http://schemas.microsoft.com/office/2006/documentManagement/types"/>
    <xsd:import namespace="http://schemas.microsoft.com/office/infopath/2007/PartnerControls"/>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element name="TaxCatchAll" ma:index="26" nillable="true" ma:displayName="Taxonomy Catch All Column" ma:hidden="true" ma:list="{e186a6fd-c9b0-45db-8cf7-8ef34a977e70}" ma:internalName="TaxCatchAll" ma:showField="CatchAllData" ma:web="023d53c5-ba6d-47b0-817f-5227d1d7789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83AE069-577B-4151-A6AD-9EC83A80F210}">
  <ds:schemaRefs>
    <ds:schemaRef ds:uri="http://schemas.microsoft.com/office/2006/metadata/properties"/>
    <ds:schemaRef ds:uri="http://schemas.microsoft.com/office/infopath/2007/PartnerControls"/>
    <ds:schemaRef ds:uri="feee8034-9033-4907-8dcb-5196de7e654f"/>
    <ds:schemaRef ds:uri="http://schemas.microsoft.com/sharepoint/v3"/>
    <ds:schemaRef ds:uri="023d53c5-ba6d-47b0-817f-5227d1d77897"/>
  </ds:schemaRefs>
</ds:datastoreItem>
</file>

<file path=customXml/itemProps2.xml><?xml version="1.0" encoding="utf-8"?>
<ds:datastoreItem xmlns:ds="http://schemas.openxmlformats.org/officeDocument/2006/customXml" ds:itemID="{C898243A-0939-49EB-AC4E-205CB7759AB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feee8034-9033-4907-8dcb-5196de7e654f"/>
    <ds:schemaRef ds:uri="023d53c5-ba6d-47b0-817f-5227d1d7789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0AC94D4-0F85-4BF5-8619-51E11717ECD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Current Briefing Template 16.9</Template>
  <TotalTime>7785</TotalTime>
  <Words>120</Words>
  <Application>Microsoft Macintosh PowerPoint</Application>
  <PresentationFormat>Widescreen</PresentationFormat>
  <Paragraphs>22</Paragraphs>
  <Slides>5</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Arial</vt:lpstr>
      <vt:lpstr>Calibri</vt:lpstr>
      <vt:lpstr>Helvetica</vt:lpstr>
      <vt:lpstr>TeXGyreAdventor</vt:lpstr>
      <vt:lpstr>ANT Formal</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Leach, Benjamin T Ctr USAF AETC AFIT/ENG</dc:creator>
  <cp:lastModifiedBy>WOODBURN, DAVID A CIV USAF AETC AFIT/ENG</cp:lastModifiedBy>
  <cp:revision>291</cp:revision>
  <dcterms:created xsi:type="dcterms:W3CDTF">2017-04-20T20:06:28Z</dcterms:created>
  <dcterms:modified xsi:type="dcterms:W3CDTF">2024-02-16T19:45:26Z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0x01010020E39590497D774B96B64C9F159359BB</vt:lpwstr>
  </property>
</Properties>
</file>